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hil Reddy Bhimavarapu" userId="65ba604a875c28bd" providerId="LiveId" clId="{6FC762BA-C011-4CCB-B4C0-EB77C40AFA3F}"/>
    <pc:docChg chg="modSld">
      <pc:chgData name="Rushil Reddy Bhimavarapu" userId="65ba604a875c28bd" providerId="LiveId" clId="{6FC762BA-C011-4CCB-B4C0-EB77C40AFA3F}" dt="2026-10-12T16:22:53.535" v="53" actId="20577"/>
      <pc:docMkLst>
        <pc:docMk/>
      </pc:docMkLst>
      <pc:sldChg chg="modSp mod">
        <pc:chgData name="Rushil Reddy Bhimavarapu" userId="65ba604a875c28bd" providerId="LiveId" clId="{6FC762BA-C011-4CCB-B4C0-EB77C40AFA3F}" dt="2026-10-12T16:22:53.535" v="53" actId="20577"/>
        <pc:sldMkLst>
          <pc:docMk/>
          <pc:sldMk cId="0" sldId="256"/>
        </pc:sldMkLst>
        <pc:spChg chg="mod">
          <ac:chgData name="Rushil Reddy Bhimavarapu" userId="65ba604a875c28bd" providerId="LiveId" clId="{6FC762BA-C011-4CCB-B4C0-EB77C40AFA3F}" dt="2026-10-12T16:22:53.535" v="53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09728"/>
          </a:xfrm>
          <a:prstGeom prst="rect">
            <a:avLst/>
          </a:prstGeom>
          <a:solidFill>
            <a:srgbClr val="2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FinServe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2E9E9E"/>
                </a:solidFill>
              </a:defRPr>
            </a:pPr>
            <a:r>
              <a:t>Intelligent Banking Analytics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457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DSA End-Semester Project  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is FinServe?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82296"/>
          </a:xfrm>
          <a:prstGeom prst="rect">
            <a:avLst/>
          </a:prstGeom>
          <a:solidFill>
            <a:srgbClr val="2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1F3864"/>
                </a:solidFill>
              </a:rPr>
              <a:t>Interactive, menu-driven banking analytics platform written in pure Java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3864"/>
                </a:solidFill>
              </a:rPr>
              <a:t>Demonstrates 26 classic DSA algorithms across 6 modules (M1-M6 = CO1-CO6)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3864"/>
                </a:solidFill>
              </a:rPr>
              <a:t>Models real banking data: customers, accounts, transactions, documents, fraud patterns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3864"/>
                </a:solidFill>
              </a:rPr>
              <a:t>Domain data is generated in memory by DataStore - runs with no database or files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404040"/>
                </a:solidFill>
              </a:rPr>
              <a:t>Technology: Java 8+ (compiled with --release 8); only the standard library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404040"/>
                </a:solidFill>
              </a:rPr>
              <a:t>Run: double-click run.bat  -or-  java -cp out finserve.Main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3864"/>
                </a:solidFill>
              </a:rPr>
              <a:t>Each algorithm lives in its own class, so every concept is separately examinable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E9E9E"/>
                </a:solidFill>
              </a:defRPr>
            </a:pPr>
            <a:r>
              <a:t>FinServe - DSA Project  | 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Project Structure &amp; Domain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82296"/>
          </a:xfrm>
          <a:prstGeom prst="rect">
            <a:avLst/>
          </a:prstGeom>
          <a:solidFill>
            <a:srgbClr val="2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Organised by module inside src/finserve/: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</a:rPr>
              <a:t>m1_strings/  •  m2_suffix/  •  m3_dp/  •  m4_flow/  •  m5_np/  •  m6_random/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</a:rPr>
              <a:t>model/ = Customer, Account, Transaction, Document   |   util/ = Console, DataStore   |   Main.java = CLI + menus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Domain model: Customer --owns--&gt; Account --moves money--&gt; Transaction --referenced by--&gt; Document; Fraud Patterns are searched inside text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Graph views: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</a:rPr>
              <a:t>M4: accounts = nodes, transaction volume = edge capacity (source -&gt; sink)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</a:rPr>
              <a:t>M5: financial rules = 3-SAT clauses; conflicts = CLIQUE / IND-SET / VERTEX-COVER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Build/run scripts: build.bat (compile to out/), run.bat (compile + launch)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E9E9E"/>
                </a:solidFill>
              </a:defRPr>
            </a:pPr>
            <a:r>
              <a:t>FinServe - DSA Project  | 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Module M1 - Strings   |   Module M2 - Suffix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82296"/>
          </a:xfrm>
          <a:prstGeom prst="rect">
            <a:avLst/>
          </a:prstGeom>
          <a:solidFill>
            <a:srgbClr val="2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9E9E"/>
                </a:solidFill>
              </a:defRPr>
            </a:pPr>
            <a:r>
              <a:t>M1: Search &amp; detect in text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KMP - payment / transaction code search (O(n+m))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Z-Function - repeated description patterns (O(n+m))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Rabin-Karp - rolling-hash code search (O(n+m) expected)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Aho-Corasick - all fraud patterns in one scan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404040"/>
                </a:solidFill>
              </a:rPr>
              <a:t>trie + failure links  •  O(n + matches)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37160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9E9E"/>
                </a:solidFill>
              </a:defRPr>
            </a:pPr>
            <a:r>
              <a:t>M2: Build an index to look things up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Suffix Array - searchable description index (O(n log^2 n))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SA-IS - linear-time index (O(n))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404040"/>
                </a:solidFill>
              </a:rPr>
              <a:t>verified vs naive on 14,400 random strings, 0 mismatches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Kasai LCP - longest repeated phrase (O(n))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Suffix Automaton - contains / occurrence queries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404040"/>
                </a:solidFill>
              </a:rPr>
              <a:t>O(n) build, O(m) per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E9E9E"/>
                </a:solidFill>
              </a:defRPr>
            </a:pPr>
            <a:r>
              <a:t>FinServe - DSA Project  |  M1 &amp; M2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Module M3 - Dynamic Programming   |   Module M4 - Network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82296"/>
          </a:xfrm>
          <a:prstGeom prst="rect">
            <a:avLst/>
          </a:prstGeom>
          <a:solidFill>
            <a:srgbClr val="2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9E9E"/>
                </a:solidFill>
              </a:defRPr>
            </a:pPr>
            <a:r>
              <a:t>M3: Fix errors &amp; plan operations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Levenshtein / Damerau - correct misspelled descriptions (O(nm))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Weighted Edit Distance - unequal repair costs, digit-aware (O(nm))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Bitmask DP - cheapest analyst -&gt; case assignment (O(n * 2^n))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Matrix-Chain - cheapest order of operations (O(n^3))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37160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9E9E"/>
                </a:solidFill>
              </a:defRPr>
            </a:pPr>
            <a:r>
              <a:t>M4: Route money &amp; assign work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Ford-Fulkerson - DFS augmenting path (O(E * F))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Edmonds-Karp - BFS shortest path (O(V * E^2))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Dinic - level graph + blocking flow (O(V^2 E))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Bipartite Matching (Kuhn) - assign analysts to cases (O(V E))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Min-Cut = max-flow - critical / bottleneck 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E9E9E"/>
                </a:solidFill>
              </a:defRPr>
            </a:pPr>
            <a:r>
              <a:t>FinServe - DSA Project  |  M3 &amp; M4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Module M5 - NP-Completeness &amp; Approximation   |   Module M6 - Randomized &amp; Parallel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82296"/>
          </a:xfrm>
          <a:prstGeom prst="rect">
            <a:avLst/>
          </a:prstGeom>
          <a:solidFill>
            <a:srgbClr val="2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9E9E"/>
                </a:solidFill>
              </a:defRPr>
            </a:pPr>
            <a:r>
              <a:t>M5: Check rules &amp; find groups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3-SAT (DPLL) - financial-rule constraints (exp. worst case)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3-SAT -&gt; CLIQUE - rule-conflict reduction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CLIQUE -&gt; IND-SET -&gt; VERTEX-COVER chain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Vertex-Cover 2-approx - solution &lt;= 2 x OPT (O(V+E))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37160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9E9E"/>
                </a:solidFill>
              </a:defRPr>
            </a:pPr>
            <a:r>
              <a:t>M6: Rank, sample &amp; speed up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Randomized QuickSort - rank transactions (O(n log n) exp.)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Miller-Rabin - primality test (O(k log^3 n))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Reservoir Sampling - streaming sample (O(n), O(k) memory)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Blelloch Scan / Parallel Reduce - O(n) work, O(log n) depth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</a:rPr>
              <a:t>Brent's Theorem - T_P &lt;= W/P + D, speedup &amp;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E9E9E"/>
                </a:solidFill>
              </a:defRPr>
            </a:pPr>
            <a:r>
              <a:t>FinServe - DSA Project  |  M5 &amp; M6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Correctness &amp; Complexity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82296"/>
          </a:xfrm>
          <a:prstGeom prst="rect">
            <a:avLst/>
          </a:prstGeom>
          <a:solidFill>
            <a:srgbClr val="2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1F3864"/>
                </a:solidFill>
              </a:rPr>
              <a:t>Cross-checked at runtime against reference implementations: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404040"/>
                </a:solidFill>
              </a:rPr>
              <a:t>SA-IS vs naive suffix array -&gt; 0 mismatches on 14,400 random strings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404040"/>
                </a:solidFill>
              </a:rPr>
              <a:t>DPLL SAT solver vs brute force  •  Randomized QuickSort vs Arrays.sort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404040"/>
                </a:solidFill>
              </a:rPr>
              <a:t>Ford-Fulkerson = Edmonds-Karp = Dinic = 70; Min-Cut = 70 (max-flow min-cut theorem)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3864"/>
                </a:solidFill>
              </a:rPr>
              <a:t>Complexity spread: O(1) / O(log n) primitives -&gt; O(n) linear -&gt; O(n log n) -&gt; O(n^3) DP -&gt; exponential NP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3864"/>
                </a:solidFill>
              </a:rPr>
              <a:t>Space-aware design: suffix structures O(n); Levenshtein O(min(n,m)); Min-Cut O(V+E) after one flow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1F3864"/>
                </a:solidFill>
              </a:rPr>
              <a:t>Full write-up with 40 viva Q&amp;A in FinServe_Project_Explanation_and_Viva_QA.txt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E9E9E"/>
                </a:solidFill>
              </a:defRPr>
            </a:pPr>
            <a:r>
              <a:t>FinServe - DSA Project  |  Correctness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09728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Demo Flow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82296"/>
          </a:xfrm>
          <a:prstGeom prst="rect">
            <a:avLst/>
          </a:prstGeom>
          <a:solidFill>
            <a:srgbClr val="2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</a:rPr>
              <a:t>Suggested demo: Banking Data -&gt; M1 Aho-Corasick -&gt; M2 SA-IS / Kasai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</a:rPr>
              <a:t>-&gt; M3 Bitmask DP -&gt; M4 FF / EK / Dinic / Min-Cut -&gt; M5 3-SAT -&gt; CLIQUE -&gt; M6 Miller-Rabin / Reservoir / Blelloch / Brent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</a:rPr>
              <a:t>How to run: open the project folder and double-click run.bat (Windows)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</a:rPr>
              <a:t>Covers all six course outcomes (CO1-CO6) with 26 algorithms over one coherent domain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</a:rPr>
              <a:t>Every algorithm is isolated in its own class and can be demonstrated separately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</a:rPr>
              <a:t>Future scope: file/database persistence, real multithreading (ForkJoin), REST layer, more fraud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E9E9E"/>
                </a:solidFill>
              </a:defRPr>
            </a:pPr>
            <a:r>
              <a:t>FinServe - DSA Project  | 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993</Words>
  <Application>Microsoft Office PowerPoint</Application>
  <PresentationFormat>Widescreen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Rushil Reddy Bhimavarapu</cp:lastModifiedBy>
  <cp:revision>1</cp:revision>
  <dcterms:created xsi:type="dcterms:W3CDTF">2013-01-27T09:14:16Z</dcterms:created>
  <dcterms:modified xsi:type="dcterms:W3CDTF">2026-10-12T16:22:57Z</dcterms:modified>
  <cp:category/>
</cp:coreProperties>
</file>